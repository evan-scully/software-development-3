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1" r:id="rId14"/>
    <p:sldId id="280" r:id="rId15"/>
    <p:sldId id="269" r:id="rId16"/>
    <p:sldId id="28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1678-2D86-4DAE-847A-55B8AAA65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1B2CF-975D-4351-9694-6F1AFAA44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B876B-2BBD-4769-833E-D503374B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02A31-A755-4B89-9E8A-DC2074EA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F5046-4908-4092-97DA-BB710C05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57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99EF-45DF-43CB-B92F-7BBD6ACA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6D277-84F6-428A-B396-8687052E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A558-0664-448D-BA15-FCA859AD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B2868-56D3-4FDB-8897-19830FC2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4A271-070A-4321-9A04-B951AC63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739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AB5C-EBFD-4E56-8963-D648BF2B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890B5-7649-4B23-828C-C28C84C7F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75F4E-409A-4954-899A-0C545322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4AC6F-9ECE-48D8-8ABD-54D5DB0B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6D47-CB26-4D81-897F-F840B153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789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16C9-C584-4BDD-88DF-DDC3FCE4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686E-1BD6-4FC9-BE5C-94C3CC27C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83F51-9A68-42D5-B79F-2CEB32173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BC281-9E06-4C6B-A2D5-2267188F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E3BFB-7E00-48D5-849C-CDB782A7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7D561-473C-4AC5-928F-29F225D0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43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055D-0FF3-4678-B9AE-A46C620B4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F3C1A-4C0E-4EB8-96B8-8A8F0F77A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04207-17C4-459A-A3C8-007ED7040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D13C8-58F1-44FB-BDFB-65977225F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CD19A-A846-4C99-8BD3-8911AD267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A3DFA-FCA8-403E-8164-3A9F5260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CD9E3-A548-464D-8063-249E902F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65957-7643-4F72-A1FC-14E62C72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846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6596-C70F-4B23-8192-74234FE2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A9698-A2D2-4EA9-BEE3-21DEEB67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7ACFD-DA4F-408B-A623-5B451F27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B1EEC-3EB0-4701-AFE6-AD468C95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444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6EEC7-E653-4288-B1A7-C2CAFFA8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6EFED-B925-4903-9BA0-526E6D6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65E58-B2CE-41DD-861C-2220E228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083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061E-BE60-4B35-9006-7C13398F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7D56-040E-47CA-8F46-0A16F7E1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EEDAA-7971-4D0F-88CF-DDAC09979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7E2D-9D6C-4977-87F1-0C7B116F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64070-92C5-41D2-92E1-A90384A1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A36A9-8D9C-497E-8E13-272C4BF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137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2A43-46DA-492B-9F3B-CCCC16B3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E27B6-2EDE-45AA-9C71-EE637E536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A5422-60E5-4EB9-BA9B-749EAB1ED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37829-CFAD-444D-9F28-09A1BC8A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95C8D-44E8-45E0-92B0-CD0D7D53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551FF-4C4C-433A-B1F1-B286ADB0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774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684D-CEF2-4F8F-AB87-8998E84F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EDC20-95A1-40ED-A4C8-801477970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F649-EEF3-4D9F-9ADA-DAB0EEEC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73AD7-B3D6-47F2-86A2-40B9BF3B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0D4E4-3868-40AF-A75B-C12657A8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D7399-0E97-4804-9311-75631F187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05F4-E523-4848-AAB8-4341BEAEE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F6C01-7D91-432F-B037-5422A2F56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7E6F-89F0-42FA-AACC-D211E5F3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2E5C9-5637-46EA-9E55-1C3C132B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124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2E40E-CD1F-4D6A-A5C0-6AB99C16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7F4A-CFF7-4801-B83C-7281DFA09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708A6-8026-43C5-A6DF-205DA7431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5572E-433B-4C3C-9216-427A579344CD}" type="datetimeFigureOut">
              <a:rPr lang="en-IE" smtClean="0"/>
              <a:t>13/10/2019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329E-D46A-4C6D-8C77-B38E86412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745A8-7D25-4353-B61B-79E8C939F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751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D82C-2767-4733-92AF-759DBF7BA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Software Development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E9A08-CC23-4E26-9F82-CC9B76F72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Environment Variables</a:t>
            </a:r>
          </a:p>
        </p:txBody>
      </p:sp>
    </p:spTree>
    <p:extLst>
      <p:ext uri="{BB962C8B-B14F-4D97-AF65-F5344CB8AC3E}">
        <p14:creationId xmlns:p14="http://schemas.microsoft.com/office/powerpoint/2010/main" val="256326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GB" sz="2000" dirty="0"/>
              <a:t>After creating the server code, we compile it by pressing play.</a:t>
            </a:r>
          </a:p>
          <a:p>
            <a:pPr marL="285750" indent="-285750"/>
            <a:r>
              <a:rPr lang="en-GB" sz="2000" dirty="0"/>
              <a:t>This error is because the </a:t>
            </a:r>
            <a:r>
              <a:rPr lang="en-GB" sz="2000" dirty="0" err="1"/>
              <a:t>rmiregistry</a:t>
            </a:r>
            <a:r>
              <a:rPr lang="en-GB" sz="2000" dirty="0"/>
              <a:t> has not started yet….</a:t>
            </a:r>
          </a:p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4D46C-F0DB-449E-9E90-346AFEE03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87" y="3017520"/>
            <a:ext cx="8663466" cy="260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91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GB" sz="2000" dirty="0"/>
              <a:t>To fix this we use the </a:t>
            </a:r>
            <a:r>
              <a:rPr lang="en-GB" sz="2000" dirty="0" err="1"/>
              <a:t>cmd</a:t>
            </a:r>
            <a:r>
              <a:rPr lang="en-GB" sz="2000" dirty="0"/>
              <a:t>/terminal</a:t>
            </a:r>
          </a:p>
          <a:p>
            <a:pPr marL="285750" indent="-285750"/>
            <a:endParaRPr lang="en-GB" sz="2000" dirty="0"/>
          </a:p>
          <a:p>
            <a:pPr marL="285750" indent="-285750"/>
            <a:r>
              <a:rPr lang="en-GB" sz="2000" dirty="0"/>
              <a:t>cd (Change directory) into the bin file</a:t>
            </a:r>
          </a:p>
          <a:p>
            <a:pPr marL="285750" indent="-285750"/>
            <a:r>
              <a:rPr lang="en-GB" sz="2000" dirty="0"/>
              <a:t>To find it, right click the name of the server class and go into properties:</a:t>
            </a:r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5BF6CF-29E6-48B8-A3C2-8E62582C3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445" y="3568700"/>
            <a:ext cx="374332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75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09" y="4114799"/>
            <a:ext cx="11045191" cy="2062163"/>
          </a:xfrm>
        </p:spPr>
        <p:txBody>
          <a:bodyPr/>
          <a:lstStyle/>
          <a:p>
            <a:r>
              <a:rPr lang="en-IE" dirty="0"/>
              <a:t>The address you need is under location: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26B508-E939-453B-99FE-3172FFBC9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09" y="1562100"/>
            <a:ext cx="9276261" cy="22783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227412-FA8F-4E88-9F7C-08A3974A2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" y="4652962"/>
            <a:ext cx="8940028" cy="213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42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Please note the difference:</a:t>
            </a:r>
          </a:p>
          <a:p>
            <a:pPr lvl="1"/>
            <a:r>
              <a:rPr lang="en-IE" dirty="0"/>
              <a:t>Instead of going into </a:t>
            </a:r>
            <a:r>
              <a:rPr lang="en-IE" dirty="0" err="1"/>
              <a:t>src</a:t>
            </a:r>
            <a:r>
              <a:rPr lang="en-IE" dirty="0"/>
              <a:t>, we go into the bin file inside the project: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C7585-001D-4F34-8A8E-46ECF1661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10" y="2770664"/>
            <a:ext cx="10740779" cy="27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53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GB" dirty="0"/>
              <a:t>The next (possible) problem, is that we need to start the </a:t>
            </a:r>
            <a:r>
              <a:rPr lang="en-GB" dirty="0" err="1"/>
              <a:t>rmiregister</a:t>
            </a:r>
            <a:r>
              <a:rPr lang="en-GB" dirty="0"/>
              <a:t> and when we run </a:t>
            </a:r>
          </a:p>
          <a:p>
            <a:pPr marL="742950" lvl="1" indent="-285750"/>
            <a:r>
              <a:rPr lang="en-GB" dirty="0" err="1"/>
              <a:t>rmic</a:t>
            </a:r>
            <a:r>
              <a:rPr lang="en-GB" dirty="0"/>
              <a:t> House</a:t>
            </a:r>
          </a:p>
          <a:p>
            <a:pPr marL="742950" lvl="1" indent="-285750"/>
            <a:endParaRPr lang="en-GB" dirty="0"/>
          </a:p>
          <a:p>
            <a:pPr marL="742950" lvl="1" indent="-285750"/>
            <a:endParaRPr lang="en-GB" dirty="0"/>
          </a:p>
          <a:p>
            <a:pPr marL="742950" lvl="1" indent="-285750"/>
            <a:endParaRPr lang="en-GB" dirty="0"/>
          </a:p>
          <a:p>
            <a:pPr marL="742950" lvl="1" indent="-285750"/>
            <a:endParaRPr lang="en-GB" dirty="0"/>
          </a:p>
          <a:p>
            <a:pPr marL="742950" lvl="1" indent="-285750"/>
            <a:endParaRPr lang="en-GB" dirty="0"/>
          </a:p>
          <a:p>
            <a:pPr marL="742950" lvl="1" indent="-285750"/>
            <a:r>
              <a:rPr lang="en-GB" dirty="0"/>
              <a:t>This means we need to include the </a:t>
            </a:r>
            <a:r>
              <a:rPr lang="en-GB" dirty="0" err="1"/>
              <a:t>jdk</a:t>
            </a:r>
            <a:r>
              <a:rPr lang="en-GB" dirty="0"/>
              <a:t> to the path</a:t>
            </a:r>
          </a:p>
          <a:p>
            <a:pPr marL="742950" lvl="1" indent="-285750"/>
            <a:r>
              <a:rPr lang="en-GB" dirty="0"/>
              <a:t>Environment Variables!!!!</a:t>
            </a:r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081AD-CDC0-4355-B127-18A51E360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44" y="3338513"/>
            <a:ext cx="11534111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36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To do this, find a folder where you can right click </a:t>
            </a:r>
            <a:r>
              <a:rPr lang="en-IE" dirty="0" err="1"/>
              <a:t>MyPC</a:t>
            </a:r>
            <a:r>
              <a:rPr lang="en-IE" dirty="0"/>
              <a:t> or </a:t>
            </a:r>
            <a:r>
              <a:rPr lang="en-IE" dirty="0" err="1"/>
              <a:t>MyComputer</a:t>
            </a:r>
            <a:r>
              <a:rPr lang="en-IE" dirty="0"/>
              <a:t> depending on your operating system </a:t>
            </a:r>
          </a:p>
          <a:p>
            <a:endParaRPr lang="en-IE" dirty="0"/>
          </a:p>
          <a:p>
            <a:r>
              <a:rPr lang="en-IE" dirty="0"/>
              <a:t>Click Properties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2803B-2BF1-431A-A631-AA8897F03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080" y="2728595"/>
            <a:ext cx="4526280" cy="358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29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Here we need Advanced System Settings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883A2-5C8C-48A4-87E5-8B988D70B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37" y="3058477"/>
            <a:ext cx="8924925" cy="2905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3E4C63-D6FC-4FE2-8A61-A518DD5CDA21}"/>
              </a:ext>
            </a:extLst>
          </p:cNvPr>
          <p:cNvSpPr/>
          <p:nvPr/>
        </p:nvSpPr>
        <p:spPr>
          <a:xfrm>
            <a:off x="1633537" y="4663440"/>
            <a:ext cx="1963103" cy="28956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1AA808-C0FE-4C7A-BC8E-889F6F126447}"/>
              </a:ext>
            </a:extLst>
          </p:cNvPr>
          <p:cNvCxnSpPr/>
          <p:nvPr/>
        </p:nvCxnSpPr>
        <p:spPr>
          <a:xfrm flipH="1">
            <a:off x="3193366" y="2264898"/>
            <a:ext cx="2039816" cy="239854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981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Then we have Environment Variables </a:t>
            </a:r>
          </a:p>
          <a:p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17C33D-FC46-40DD-A54A-1F6F11AED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32" y="2259770"/>
            <a:ext cx="4019550" cy="4476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402D7C9-7A1A-4AAB-9643-E505A60C53DC}"/>
              </a:ext>
            </a:extLst>
          </p:cNvPr>
          <p:cNvSpPr/>
          <p:nvPr/>
        </p:nvSpPr>
        <p:spPr>
          <a:xfrm>
            <a:off x="3915507" y="5767754"/>
            <a:ext cx="2009775" cy="4092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54631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problem we had in class is we need to change the system variables: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4ED4F-1370-406E-B81C-393FC2C4B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835" y="2349500"/>
            <a:ext cx="3733800" cy="41433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CA6616-D72E-47E0-A8F5-A1009DAE6EEE}"/>
              </a:ext>
            </a:extLst>
          </p:cNvPr>
          <p:cNvSpPr/>
          <p:nvPr/>
        </p:nvSpPr>
        <p:spPr>
          <a:xfrm>
            <a:off x="3474720" y="4304714"/>
            <a:ext cx="3488787" cy="17021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9447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E" dirty="0"/>
              <a:t>We need to know where our JDK is stored…..</a:t>
            </a:r>
          </a:p>
          <a:p>
            <a:r>
              <a:rPr lang="en-IE" dirty="0"/>
              <a:t>It’s normally in the following folder:</a:t>
            </a:r>
          </a:p>
          <a:p>
            <a:r>
              <a:rPr lang="en-IE" dirty="0"/>
              <a:t>C:\Computer\Program Files\Java\</a:t>
            </a:r>
            <a:r>
              <a:rPr lang="en-IE" dirty="0" err="1"/>
              <a:t>jdkx.x.x</a:t>
            </a:r>
            <a:endParaRPr lang="en-IE" dirty="0"/>
          </a:p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7C6B57-6E73-420F-87E3-4D2C8A5C6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256" y="3429000"/>
            <a:ext cx="6772275" cy="2143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402D7C9-7A1A-4AAB-9643-E505A60C53DC}"/>
              </a:ext>
            </a:extLst>
          </p:cNvPr>
          <p:cNvSpPr/>
          <p:nvPr/>
        </p:nvSpPr>
        <p:spPr>
          <a:xfrm>
            <a:off x="3198055" y="4572000"/>
            <a:ext cx="1739705" cy="3235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2872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1E3CCD-CE32-4FC8-B0B4-707C5F635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710" y="4176747"/>
            <a:ext cx="5522944" cy="23472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52160" cy="4351338"/>
          </a:xfrm>
        </p:spPr>
        <p:txBody>
          <a:bodyPr/>
          <a:lstStyle/>
          <a:p>
            <a:r>
              <a:rPr lang="en-IE" dirty="0"/>
              <a:t>The path is what we want to edit</a:t>
            </a:r>
          </a:p>
          <a:p>
            <a:endParaRPr lang="en-IE" dirty="0"/>
          </a:p>
          <a:p>
            <a:r>
              <a:rPr lang="en-IE" dirty="0"/>
              <a:t>At the end of what’s currently there, add a ; and type in the address ending with bin</a:t>
            </a:r>
          </a:p>
          <a:p>
            <a:endParaRPr lang="en-IE" dirty="0"/>
          </a:p>
          <a:p>
            <a:r>
              <a:rPr lang="en-IE" b="1" u="sng" dirty="0"/>
              <a:t>Don’t</a:t>
            </a:r>
            <a:r>
              <a:rPr lang="en-IE" dirty="0"/>
              <a:t> add a semicolon at the end! </a:t>
            </a:r>
          </a:p>
          <a:p>
            <a:endParaRPr lang="en-IE" b="1" u="sng" dirty="0"/>
          </a:p>
          <a:p>
            <a:r>
              <a:rPr lang="en-IE" dirty="0"/>
              <a:t>Press 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0409C-75C1-4C9E-B389-C584DCBEB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0" y="1825625"/>
            <a:ext cx="4842374" cy="19843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6331F1E-F345-4366-92CD-CA1426213622}"/>
              </a:ext>
            </a:extLst>
          </p:cNvPr>
          <p:cNvSpPr/>
          <p:nvPr/>
        </p:nvSpPr>
        <p:spPr>
          <a:xfrm>
            <a:off x="8553158" y="5345723"/>
            <a:ext cx="3137094" cy="35169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50971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45B55-92BF-488F-AAFA-6E5C8056F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AB295-41FC-472B-B7C0-D49AF48C8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This should now work: (you may have to exit and reopen </a:t>
            </a:r>
            <a:r>
              <a:rPr lang="en-IE" dirty="0" err="1"/>
              <a:t>cmd</a:t>
            </a:r>
            <a:r>
              <a:rPr lang="en-IE" dirty="0"/>
              <a:t>) and checking what’s in the folder (</a:t>
            </a:r>
            <a:r>
              <a:rPr lang="en-IE" dirty="0" err="1"/>
              <a:t>dir</a:t>
            </a:r>
            <a:r>
              <a:rPr lang="en-IE" dirty="0"/>
              <a:t>) you should now have </a:t>
            </a:r>
            <a:r>
              <a:rPr lang="en-IE" dirty="0" err="1"/>
              <a:t>House_Stub</a:t>
            </a:r>
            <a:endParaRPr lang="en-IE" dirty="0"/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3542F-399F-4403-8FB7-0E2B4D7C1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35" y="3103721"/>
            <a:ext cx="6686662" cy="348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538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AB43-72EC-4F58-9093-5F6594EE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41ED-3A20-4133-9FCF-2807836CB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Type </a:t>
            </a:r>
          </a:p>
          <a:p>
            <a:pPr lvl="1"/>
            <a:r>
              <a:rPr lang="en-IE" dirty="0"/>
              <a:t>start </a:t>
            </a:r>
            <a:r>
              <a:rPr lang="en-IE" dirty="0" err="1"/>
              <a:t>rmiregistry</a:t>
            </a:r>
            <a:endParaRPr lang="en-IE" dirty="0"/>
          </a:p>
          <a:p>
            <a:r>
              <a:rPr lang="en-IE" dirty="0"/>
              <a:t>And a new window should now open</a:t>
            </a:r>
          </a:p>
          <a:p>
            <a:r>
              <a:rPr lang="en-IE" dirty="0"/>
              <a:t>When we now go back to our server and press play: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B63E7-7C75-4F05-AF32-BC335AF54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99414"/>
            <a:ext cx="10555700" cy="171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5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BF74C-2E68-4F03-9B7B-1AEDB8CCE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Running the RMI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5638C-37F4-4315-8F5F-1B9923F4E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We now go to run the client side:</a:t>
            </a:r>
          </a:p>
          <a:p>
            <a:r>
              <a:rPr lang="en-IE" dirty="0"/>
              <a:t>If we have all the code in the same folder, it should run perfectly</a:t>
            </a:r>
          </a:p>
          <a:p>
            <a:r>
              <a:rPr lang="en-IE" dirty="0"/>
              <a:t>I know I said to put it in separate folders, but it’s easier in one….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19AE0F-E032-4DEF-864D-9D707A74F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39" y="3428999"/>
            <a:ext cx="4998263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79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3A97-F395-47FF-8D66-71CE5DAF9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Output: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8D135-99D8-4E51-A06A-5500B9A0B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910E5-ADCF-4478-8CD3-FE2CEF8A7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729" y="1704180"/>
            <a:ext cx="5957486" cy="4472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B64DFB-06E9-4AE9-92D1-ACB91D93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97" y="1825625"/>
            <a:ext cx="57079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66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3294</TotalTime>
  <Words>396</Words>
  <Application>Microsoft Office PowerPoint</Application>
  <PresentationFormat>Widescreen</PresentationFormat>
  <Paragraphs>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Software Development 3</vt:lpstr>
      <vt:lpstr>Running the RMI Application</vt:lpstr>
      <vt:lpstr>Running the RMI Application</vt:lpstr>
      <vt:lpstr>Running the RMI Application</vt:lpstr>
      <vt:lpstr>Running the RMI Application</vt:lpstr>
      <vt:lpstr>Running the RMI Application</vt:lpstr>
      <vt:lpstr>Running the RMI Application</vt:lpstr>
      <vt:lpstr>Running the RMI Application</vt:lpstr>
      <vt:lpstr>Running the RMI Application</vt:lpstr>
      <vt:lpstr>Running the RMI Application</vt:lpstr>
      <vt:lpstr>Running the RMI Application</vt:lpstr>
      <vt:lpstr>Running the RMI Application</vt:lpstr>
      <vt:lpstr>Running the RMI Application</vt:lpstr>
      <vt:lpstr>Running the RMI Application</vt:lpstr>
      <vt:lpstr>Running the RMI Application</vt:lpstr>
      <vt:lpstr>Output: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Apps and Connected Devices </dc:title>
  <dc:creator>CURRAN, MARTINA</dc:creator>
  <cp:lastModifiedBy>CURRAN, MARTINA</cp:lastModifiedBy>
  <cp:revision>41</cp:revision>
  <dcterms:created xsi:type="dcterms:W3CDTF">2019-08-12T15:58:15Z</dcterms:created>
  <dcterms:modified xsi:type="dcterms:W3CDTF">2019-10-13T14:15:13Z</dcterms:modified>
</cp:coreProperties>
</file>